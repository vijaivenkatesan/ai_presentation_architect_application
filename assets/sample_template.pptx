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00D4FF"/>
                </a:solidFill>
                <a:latin typeface="Calibri"/>
              </a:rPr>
              <a:t>Enterprise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A0A0B8"/>
                </a:solidFill>
                <a:latin typeface="Calibri"/>
              </a:rPr>
              <a:t>Powered by AI — Your Company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D4FF"/>
                </a:solidFill>
                <a:latin typeface="Calibri"/>
              </a:rPr>
              <a:t>Key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0E0E8"/>
                </a:solidFill>
                <a:latin typeface="Calibri"/>
              </a:rPr>
              <a:t>Strategic growth through AI adoption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0E0E8"/>
                </a:solidFill>
                <a:latin typeface="Calibri"/>
              </a:rPr>
              <a:t>Revenue increase by 40% year-over-year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0E0E8"/>
                </a:solidFill>
                <a:latin typeface="Calibri"/>
              </a:rPr>
              <a:t>Market expansion across 12 new regions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0E0E8"/>
                </a:solidFill>
                <a:latin typeface="Calibri"/>
              </a:rPr>
              <a:t>Customer satisfaction score: 94%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D4FF"/>
                </a:solidFill>
                <a:latin typeface="Calibri"/>
              </a:rPr>
              <a:t>Data &amp;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